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80" r:id="rId3"/>
    <p:sldId id="257" r:id="rId4"/>
    <p:sldId id="258" r:id="rId5"/>
    <p:sldId id="271" r:id="rId6"/>
    <p:sldId id="272" r:id="rId7"/>
    <p:sldId id="285" r:id="rId8"/>
    <p:sldId id="286" r:id="rId9"/>
    <p:sldId id="287" r:id="rId10"/>
    <p:sldId id="289" r:id="rId11"/>
  </p:sldIdLst>
  <p:sldSz cx="9144000" cy="5143500" type="screen16x9"/>
  <p:notesSz cx="6858000" cy="9144000"/>
  <p:embeddedFontLst>
    <p:embeddedFont>
      <p:font typeface="PMingLiU-ExtB" panose="02020500000000000000" pitchFamily="18" charset="-120"/>
      <p:regular r:id="rId13"/>
    </p:embeddedFont>
    <p:embeddedFont>
      <p:font typeface="Roboto" panose="02000000000000000000" pitchFamily="2" charset="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EFE"/>
    <a:srgbClr val="FDFEFD"/>
    <a:srgbClr val="FDFDFE"/>
    <a:srgbClr val="FDFD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103" d="100"/>
          <a:sy n="103" d="100"/>
        </p:scale>
        <p:origin x="902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fa4ea8511e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fa4ea8511e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fa4ea8511e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fa4ea8511e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1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2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4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" name="Google Shape;5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" name="Google Shape;7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bg>
      <p:bgPr>
        <a:solidFill>
          <a:schemeClr val="dk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 panose="02000000000000000000"/>
              <a:buNone/>
              <a:defRPr sz="3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 panose="02000000000000000000"/>
              <a:buNone/>
              <a:defRPr sz="3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 panose="02000000000000000000"/>
              <a:buNone/>
              <a:defRPr sz="3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 panose="02000000000000000000"/>
              <a:buNone/>
              <a:defRPr sz="3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 panose="02000000000000000000"/>
              <a:buNone/>
              <a:defRPr sz="3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 panose="02000000000000000000"/>
              <a:buNone/>
              <a:defRPr sz="3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 panose="02000000000000000000"/>
              <a:buNone/>
              <a:defRPr sz="3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 panose="02000000000000000000"/>
              <a:buNone/>
              <a:defRPr sz="3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 panose="02000000000000000000"/>
              <a:buNone/>
              <a:defRPr sz="3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 panose="02000000000000000000"/>
              <a:buChar char="●"/>
              <a:defRPr sz="1800"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 panose="02000000000000000000"/>
              <a:buChar char="○"/>
              <a:defRPr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 panose="02000000000000000000"/>
              <a:buChar char="■"/>
              <a:defRPr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 panose="02000000000000000000"/>
              <a:buChar char="●"/>
              <a:defRPr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 panose="02000000000000000000"/>
              <a:buChar char="○"/>
              <a:defRPr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 panose="02000000000000000000"/>
              <a:buChar char="■"/>
              <a:defRPr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 panose="02000000000000000000"/>
              <a:buChar char="●"/>
              <a:defRPr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 panose="02000000000000000000"/>
              <a:buChar char="○"/>
              <a:defRPr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 panose="02000000000000000000"/>
              <a:buChar char="■"/>
              <a:defRPr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ctrTitle"/>
          </p:nvPr>
        </p:nvSpPr>
        <p:spPr>
          <a:xfrm>
            <a:off x="341541" y="1300621"/>
            <a:ext cx="8222100" cy="203051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br>
              <a:rPr lang="en-GB" sz="1800" b="1" dirty="0"/>
            </a:br>
            <a:br>
              <a:rPr lang="en-GB" sz="1800" b="1" dirty="0"/>
            </a:br>
            <a:br>
              <a:rPr lang="en-GB" sz="1800" b="1" dirty="0"/>
            </a:br>
            <a:br>
              <a:rPr lang="en-GB" sz="1800" b="1" dirty="0"/>
            </a:br>
            <a:r>
              <a:rPr lang="en-GB" sz="1800" b="1" dirty="0"/>
              <a:t>    </a:t>
            </a:r>
            <a:r>
              <a:rPr lang="en-GB" sz="2400" b="1" dirty="0"/>
              <a:t>Mini Project – Proposal Seminar</a:t>
            </a:r>
            <a:br>
              <a:rPr lang="en-GB" sz="2400" b="1" dirty="0"/>
            </a:br>
            <a:r>
              <a:rPr lang="en-GB" sz="2400" b="1" dirty="0"/>
              <a:t> On </a:t>
            </a:r>
            <a:endParaRPr lang="en-US" sz="2400" b="1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MingLiU-ExtB" panose="02020500000000000000" pitchFamily="18" charset="-120"/>
                <a:ea typeface="PMingLiU-ExtB" panose="02020500000000000000" pitchFamily="18" charset="-120"/>
              </a:rPr>
              <a:t>“Smart schedular”</a:t>
            </a:r>
            <a:r>
              <a:rPr lang="en-US" sz="3600" dirty="0"/>
              <a:t>                    </a:t>
            </a:r>
            <a:r>
              <a:rPr lang="en-US" sz="3200" dirty="0"/>
              <a:t>           </a:t>
            </a:r>
            <a:endParaRPr lang="en-US" sz="2400" dirty="0"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"/>
          </p:nvPr>
        </p:nvSpPr>
        <p:spPr>
          <a:xfrm>
            <a:off x="433640" y="3256316"/>
            <a:ext cx="8552478" cy="18871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By,                                                                                                                         Under the Guidance </a:t>
            </a:r>
            <a:endParaRPr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/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AAFTAB (4AI23CD001)                                                                                                         Prof. SHALINI I S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ROHAN H G (4AI23CD042)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SHREYAS M </a:t>
            </a: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(4AI23CD051)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TARUN N V (4AI23CD057)	</a:t>
            </a:r>
            <a:r>
              <a:rPr lang="en-GB" sz="1400" dirty="0"/>
              <a:t>				</a:t>
            </a: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NUMBER:10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7" name="Google Shape;87;p13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73750" y="64025"/>
            <a:ext cx="1352225" cy="138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7572184" y="-101910"/>
            <a:ext cx="1672366" cy="162237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1686050" y="84459"/>
            <a:ext cx="4972800" cy="10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chemeClr val="bg1">
                    <a:lumMod val="95000"/>
                  </a:schemeClr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Dept. of CS&amp;E ( DATA SCIENCE)</a:t>
            </a:r>
            <a:endParaRPr sz="1800" b="1" dirty="0">
              <a:solidFill>
                <a:schemeClr val="bg1">
                  <a:lumMod val="95000"/>
                </a:schemeClr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 err="1">
                <a:solidFill>
                  <a:schemeClr val="bg1">
                    <a:lumMod val="95000"/>
                  </a:schemeClr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Adichunchanagiri</a:t>
            </a:r>
            <a:r>
              <a:rPr lang="en-GB" sz="1800" b="1" dirty="0">
                <a:solidFill>
                  <a:schemeClr val="bg1">
                    <a:lumMod val="95000"/>
                  </a:schemeClr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Institute of Technology</a:t>
            </a:r>
            <a:endParaRPr sz="1800" b="1" dirty="0">
              <a:solidFill>
                <a:schemeClr val="bg1">
                  <a:lumMod val="95000"/>
                </a:schemeClr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 err="1">
                <a:solidFill>
                  <a:schemeClr val="bg1">
                    <a:lumMod val="95000"/>
                  </a:schemeClr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Chikkamagaluru</a:t>
            </a:r>
            <a:r>
              <a:rPr lang="en-GB" sz="1800" b="1" dirty="0">
                <a:solidFill>
                  <a:schemeClr val="bg1">
                    <a:lumMod val="95000"/>
                  </a:schemeClr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- 577102</a:t>
            </a:r>
            <a:endParaRPr sz="1800" b="1" dirty="0">
              <a:solidFill>
                <a:schemeClr val="bg1">
                  <a:lumMod val="95000"/>
                </a:schemeClr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67922"/>
            <a:ext cx="8520600" cy="6078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736495"/>
            <a:ext cx="8520600" cy="3339000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the project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Technology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</a:p>
          <a:p>
            <a:endParaRPr lang="en-IN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166975" y="94236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THE PROJECT</a:t>
            </a:r>
          </a:p>
        </p:txBody>
      </p:sp>
      <p:sp>
        <p:nvSpPr>
          <p:cNvPr id="95" name="Google Shape;95;p14"/>
          <p:cNvSpPr txBox="1">
            <a:spLocks noGrp="1"/>
          </p:cNvSpPr>
          <p:nvPr>
            <p:ph type="body" idx="1"/>
          </p:nvPr>
        </p:nvSpPr>
        <p:spPr>
          <a:xfrm>
            <a:off x="285387" y="808856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aims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and optimize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academic timetables and seating arrangements using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replaces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scheduling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an intelligent system that saves time and reduces human error.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Genetic Algorithm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OR-Tools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smart scheduling and resource allocation.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teachers can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subjects, hours, and class details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the system generates optimized timetables.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Seating arrangements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randomly generated, ensuring fairness and no repetition.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lnSpc>
                <a:spcPct val="150000"/>
              </a:lnSpc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>
            <a:spLocks noGrp="1"/>
          </p:cNvSpPr>
          <p:nvPr>
            <p:ph type="title"/>
          </p:nvPr>
        </p:nvSpPr>
        <p:spPr>
          <a:xfrm>
            <a:off x="74877" y="94236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</p:txBody>
      </p:sp>
      <p:sp>
        <p:nvSpPr>
          <p:cNvPr id="101" name="Google Shape;101;p15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25466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timetable creation is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often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clashes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Teachers face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clashes and workload imbalance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handling multiple classes.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Seating arrangements during exams are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manage manually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came from the need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workload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AI for smarter academic planning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749" y="186334"/>
            <a:ext cx="8520600" cy="60780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                            </a:t>
            </a: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229875"/>
            <a:ext cx="8520600" cy="2494632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most colleges, timetables and seating arrangements are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manually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automation or optimization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in current methods.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Updating or changing schedules is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alt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 seating and attendance are maintained using </a:t>
            </a:r>
            <a:r>
              <a:rPr lang="en-US" altLang="en-US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spreadsheets or paper records</a:t>
            </a:r>
            <a:endParaRPr lang="en-IN" b="1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tools (like Excel or basic web apps)</a:t>
            </a:r>
            <a:endParaRPr lang="en-US" altLang="en-US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47435" y="432835"/>
            <a:ext cx="603254" cy="11583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0" y="-323165"/>
            <a:ext cx="3289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23827"/>
            <a:ext cx="8520600" cy="607800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4205" y="921833"/>
            <a:ext cx="7789754" cy="2817267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2677B3-1496-6580-1319-35954321FD60}"/>
              </a:ext>
            </a:extLst>
          </p:cNvPr>
          <p:cNvSpPr/>
          <p:nvPr/>
        </p:nvSpPr>
        <p:spPr>
          <a:xfrm>
            <a:off x="4334107" y="3070302"/>
            <a:ext cx="341971" cy="334537"/>
          </a:xfrm>
          <a:prstGeom prst="rect">
            <a:avLst/>
          </a:prstGeom>
          <a:solidFill>
            <a:srgbClr val="FDFDFD"/>
          </a:solidFill>
          <a:ln>
            <a:solidFill>
              <a:srgbClr val="FDFD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97A041A-789A-EBD0-8E4D-8B73E804DA0F}"/>
              </a:ext>
            </a:extLst>
          </p:cNvPr>
          <p:cNvSpPr/>
          <p:nvPr/>
        </p:nvSpPr>
        <p:spPr>
          <a:xfrm>
            <a:off x="4873616" y="3070302"/>
            <a:ext cx="468351" cy="743415"/>
          </a:xfrm>
          <a:prstGeom prst="rect">
            <a:avLst/>
          </a:prstGeom>
          <a:solidFill>
            <a:srgbClr val="FDFEFD"/>
          </a:solidFill>
          <a:ln>
            <a:solidFill>
              <a:srgbClr val="FDFE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1EC4F1-DAD8-732C-85EB-83FA9B4508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81" y="706244"/>
            <a:ext cx="8199167" cy="310747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261318"/>
            <a:ext cx="8520600" cy="6078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229875"/>
            <a:ext cx="8520600" cy="271022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managing academic activities, such as timetable creation, and seating arrangements. These tasks are time-consuming, prone to errors, and lack automation.</a:t>
            </a:r>
          </a:p>
          <a:p>
            <a:pPr algn="just"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 address the challenges by introduces an AI-powered solution to streamline these processes, enhance accuracy, and reduce the workload for faculty and administrators.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64133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253883"/>
            <a:ext cx="8520600" cy="6078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229875"/>
            <a:ext cx="8520600" cy="2519165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Django (Python)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React.js 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MySQL 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Techniques: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Genetic Algorithm  and OR-Tools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 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PDF Generation: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ReportLab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14874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167723"/>
            <a:ext cx="8520600" cy="6078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932891"/>
            <a:ext cx="8520600" cy="2966986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will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clash-free timetables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automatically for each class.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will create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optimized seating arrangements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avoid repetition and crowding.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Teachers can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 timetables and seating plans in PDF format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their class timetable and seating arrangement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their dashboard.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system will ensure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 efficiency, and reduced manual effort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404946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5180" y="525781"/>
            <a:ext cx="8520600" cy="3118534"/>
          </a:xfrm>
        </p:spPr>
        <p:txBody>
          <a:bodyPr>
            <a:normAutofit/>
          </a:bodyPr>
          <a:lstStyle/>
          <a:p>
            <a:pPr marL="114300" indent="0" algn="ctr">
              <a:buNone/>
            </a:pPr>
            <a:r>
              <a:rPr lang="en-US" sz="4000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  <a:br>
              <a:rPr lang="en-US" sz="40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2513458599"/>
      </p:ext>
    </p:extLst>
  </p:cSld>
  <p:clrMapOvr>
    <a:masterClrMapping/>
  </p:clrMapOvr>
</p:sld>
</file>

<file path=ppt/theme/theme1.xml><?xml version="1.0" encoding="utf-8"?>
<a:theme xmlns:a="http://schemas.openxmlformats.org/drawingml/2006/main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436</Words>
  <Application>Microsoft Office PowerPoint</Application>
  <PresentationFormat>On-screen Show (16:9)</PresentationFormat>
  <Paragraphs>59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Roboto</vt:lpstr>
      <vt:lpstr>PMingLiU-ExtB</vt:lpstr>
      <vt:lpstr>Arial</vt:lpstr>
      <vt:lpstr>Times New Roman</vt:lpstr>
      <vt:lpstr>Geometric</vt:lpstr>
      <vt:lpstr>        Mini Project – Proposal Seminar  On  “Smart schedular”                               </vt:lpstr>
      <vt:lpstr>AGENDA</vt:lpstr>
      <vt:lpstr>ABOUT THE PROJECT</vt:lpstr>
      <vt:lpstr>MOTIVATION</vt:lpstr>
      <vt:lpstr>                            EXISTING SYSTEM </vt:lpstr>
      <vt:lpstr>PROPOSED SYSTEM</vt:lpstr>
      <vt:lpstr>PROBLEM STATEMENT</vt:lpstr>
      <vt:lpstr>TOOLS AND TECHNOLOGY</vt:lpstr>
      <vt:lpstr>EXPECTED OUTCOMES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Project - Synopsis on                                     “            “</dc:title>
  <dc:creator>Dell</dc:creator>
  <cp:lastModifiedBy>SHREYAS M M</cp:lastModifiedBy>
  <cp:revision>60</cp:revision>
  <dcterms:created xsi:type="dcterms:W3CDTF">2025-10-14T05:31:14Z</dcterms:created>
  <dcterms:modified xsi:type="dcterms:W3CDTF">2025-10-31T09:35:22Z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BE40A06714BC4AA882FCA8C4ACBC57E0_12</vt:lpwstr>
  </property>
  <property fmtid="{D5CDD505-2E9C-101B-9397-08002B2CF9AE}" pid="3" name="KSOProductBuildVer">
    <vt:lpwstr>1033-12.2.0.23131</vt:lpwstr>
  </property>
</Properties>
</file>